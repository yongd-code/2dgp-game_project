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3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0" d="100"/>
          <a:sy n="40" d="100"/>
        </p:scale>
        <p:origin x="3523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DA3055-0637-3986-6D9F-E88E8AA4B1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05C5D5-95EE-D676-7599-B403B660A4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D3393-C4BD-43EC-A029-E20328DBAD5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3496D8-C025-E151-6C6D-9B5B098283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6222F8-A09C-F4A6-AFD0-BCFF0E9B0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45D77-DF1C-48E4-8575-C824F8802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144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57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88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던전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농부</a:t>
            </a:r>
            <a:endParaRPr lang="en-US" sz="445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altLang="ko-KR" sz="4450" dirty="0"/>
              <a:t>2022184010 </a:t>
            </a:r>
            <a:r>
              <a:rPr lang="ko-KR" altLang="en-US" sz="4450" dirty="0"/>
              <a:t>김용현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797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게임 컨셉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728680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8224" y="39631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45353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싱글플레이 2D RPG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495252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사이드뷰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728680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51396" y="39631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아이디어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45353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농사와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전투를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병행하는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성장형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RPG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728680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874568" y="39631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45353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마을에서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자원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확보</a:t>
            </a:r>
            <a:endParaRPr lang="en-US" sz="17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던전에서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보스 처치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90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게임 진행 흐름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61417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/>
          <p:cNvSpPr/>
          <p:nvPr/>
        </p:nvSpPr>
        <p:spPr>
          <a:xfrm>
            <a:off x="1474351" y="29958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하루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2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48626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06:00 </a:t>
            </a:r>
            <a:r>
              <a:rPr lang="ko-KR" alt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아침 시작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61417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897523" y="29958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농사 활동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48626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씨앗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심기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물주기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451396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수확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-&gt; </a:t>
            </a:r>
            <a:r>
              <a:rPr lang="ko-KR" alt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포션</a:t>
            </a:r>
            <a:r>
              <a:rPr lang="ko-KR" alt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제작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973394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10320695" y="5207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던전 탐험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5698246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몬스터를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사냥하며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스테이지</a:t>
            </a: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클리어</a:t>
            </a:r>
            <a:endParaRPr lang="en-US" altLang="ko-KR" sz="1750" dirty="0"/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4568" y="6197237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ko-KR" altLang="en-US" sz="1750" dirty="0"/>
              <a:t>보스 처치 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7754" y="2753797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328315" y="29882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퀘스트 완료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82188" y="347864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NPC에게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아이템 제출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하여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82188" y="397764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골드 보상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4986576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74351" y="52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무기 강화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8224" y="571142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골드로 무기를 강화하여 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28224" y="621041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공격력 증가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5216961" y="4986576"/>
            <a:ext cx="4196358" cy="1821180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897523" y="52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하루 마무리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51396" y="571142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집으로 돌아가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하루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종료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</a:rPr>
              <a:t>00:00</a:t>
            </a:r>
            <a:r>
              <a:rPr lang="ko-KR" altLang="en-US" sz="1750" dirty="0">
                <a:solidFill>
                  <a:srgbClr val="272525"/>
                </a:solidFill>
                <a:latin typeface="Inter" pitchFamily="34" charset="0"/>
              </a:rPr>
              <a:t>시가 지나면 행동불가 후 하루 종료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01385"/>
            <a:ext cx="5468064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마을 화면 구성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267" y="1858923"/>
            <a:ext cx="3645337" cy="36453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9795" y="1809750"/>
            <a:ext cx="694265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 이미지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65453" y="6214943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좌측 구역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65453" y="6775371"/>
            <a:ext cx="401026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대장간 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5453" y="7201733"/>
            <a:ext cx="401026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던전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16974" y="6214943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중앙 구역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316974" y="6775371"/>
            <a:ext cx="401026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농장 밭 (타일 형태)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316974" y="7201733"/>
            <a:ext cx="401026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농사 메인 활동 공간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68495" y="6214943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우측 구역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868495" y="6775371"/>
            <a:ext cx="401026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플레이어 집 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868495" y="7201733"/>
            <a:ext cx="401026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퀘스트 NPC 위치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97" y="2730460"/>
            <a:ext cx="4921806" cy="27685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76618" y="622340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던전 화면 설계</a:t>
            </a:r>
            <a:endParaRPr lang="en-US" sz="4400" dirty="0"/>
          </a:p>
        </p:txBody>
      </p:sp>
      <p:sp>
        <p:nvSpPr>
          <p:cNvPr id="5" name="Shape 1"/>
          <p:cNvSpPr/>
          <p:nvPr/>
        </p:nvSpPr>
        <p:spPr>
          <a:xfrm>
            <a:off x="6276618" y="1666518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/>
          <p:nvPr/>
        </p:nvSpPr>
        <p:spPr>
          <a:xfrm>
            <a:off x="8647271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주인공 등장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5099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좌측에서 플레이어 캐릭터가 던전 진입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76618" y="3208139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8647271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몬스터 조우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5099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우측에서 다양한 몬스터들이 등장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76618" y="4749760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8647271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전투 진행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5099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사이드뷰 형태의 실시간 전투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6276618" y="6291382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8647271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골드 획득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5099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전투 승리 후 골드 수집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607" y="2632115"/>
            <a:ext cx="4919186" cy="29652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1780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시스템 구성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3226951"/>
            <a:ext cx="3664744" cy="2206585"/>
          </a:xfrm>
          <a:prstGeom prst="roundRect">
            <a:avLst>
              <a:gd name="adj" fmla="val 43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/>
          <p:nvPr/>
        </p:nvSpPr>
        <p:spPr>
          <a:xfrm>
            <a:off x="1208484" y="3461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상단 UI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951803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체력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8224" y="4394002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스테미나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028224" y="4836200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보유 골드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685348" y="3226951"/>
            <a:ext cx="3664863" cy="2206585"/>
          </a:xfrm>
          <a:prstGeom prst="roundRect">
            <a:avLst>
              <a:gd name="adj" fmla="val 43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5100161" y="3461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하단 UI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919782" y="3951803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인벤토리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93790" y="5688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예시 이미지 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7339"/>
            <a:ext cx="5603200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개발 일정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84384" y="1765816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16079" y="1997512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1주차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6079" y="2482096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캐릭터, 적, 배경,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건물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리소스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수집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16079" y="2975015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마을 기본 구성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2913" y="1765816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44609" y="1997512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2주차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4609" y="2482096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캐릭터 이동 로직 구현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1443" y="1765816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873139" y="1997512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3주차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3139" y="2482096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농사 시스템 기본 구현 및 테스트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84384" y="3789283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16079" y="4020979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4주차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6079" y="4505563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던전 맵 생성 및 전투 시스템 구현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2913" y="3789283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44609" y="4020979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5주차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4609" y="4505563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인벤토리 시스템 설계 및 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444609" y="4998482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아이템 관리 기능 구현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641443" y="3789283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73139" y="4020979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6주차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73139" y="4505563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NPC 퀘스트 시스템 구현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84384" y="5812750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24" name="Text 22"/>
          <p:cNvSpPr/>
          <p:nvPr/>
        </p:nvSpPr>
        <p:spPr>
          <a:xfrm>
            <a:off x="1016079" y="6044446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7주차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16079" y="6529030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무기 강화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구현</a:t>
            </a:r>
            <a:endParaRPr lang="en-US" sz="17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ts val="2800"/>
              </a:lnSpc>
            </a:pPr>
            <a:r>
              <a:rPr lang="en-US" altLang="ko-KR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</a:t>
            </a: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보스</a:t>
            </a: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전투</a:t>
            </a:r>
            <a:r>
              <a:rPr lang="en-US" altLang="ko-KR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구현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5212913" y="5812750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44609" y="6044446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8주차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4609" y="6529030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디자인 및 기능 완성 및 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5444609" y="7021949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게임 내 하루 루프 구현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9641443" y="5812750"/>
            <a:ext cx="4204454" cy="1799392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873139" y="6044446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9주차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873139" y="6529030"/>
            <a:ext cx="3741063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버그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수정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13FC9435-046D-D66F-8272-315CA1999139}"/>
              </a:ext>
            </a:extLst>
          </p:cNvPr>
          <p:cNvSpPr/>
          <p:nvPr/>
        </p:nvSpPr>
        <p:spPr>
          <a:xfrm>
            <a:off x="304800" y="1513114"/>
            <a:ext cx="14020800" cy="6595577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ko-KR" altLang="en-US" dirty="0"/>
              <a:t>게임 제목 </a:t>
            </a:r>
            <a:r>
              <a:rPr lang="en-US" altLang="ko-KR" dirty="0"/>
              <a:t>: </a:t>
            </a:r>
            <a:r>
              <a:rPr lang="ko-KR" altLang="en-US" dirty="0"/>
              <a:t>던전 농부</a:t>
            </a:r>
            <a:endParaRPr lang="en-US" altLang="ko-KR" dirty="0"/>
          </a:p>
          <a:p>
            <a:r>
              <a:rPr lang="ko-KR" altLang="en-US" dirty="0"/>
              <a:t>장르 </a:t>
            </a:r>
            <a:r>
              <a:rPr lang="en-US" altLang="ko-KR" dirty="0"/>
              <a:t>: 2D RPG (</a:t>
            </a:r>
            <a:r>
              <a:rPr lang="ko-KR" altLang="en-US" dirty="0" err="1"/>
              <a:t>사이드뷰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플레이어 </a:t>
            </a:r>
            <a:r>
              <a:rPr lang="en-US" altLang="ko-KR" dirty="0"/>
              <a:t>: </a:t>
            </a:r>
            <a:r>
              <a:rPr lang="ko-KR" altLang="en-US" dirty="0"/>
              <a:t>공격</a:t>
            </a:r>
            <a:r>
              <a:rPr lang="en-US" altLang="ko-KR" dirty="0"/>
              <a:t>, </a:t>
            </a:r>
            <a:r>
              <a:rPr lang="ko-KR" altLang="en-US" dirty="0"/>
              <a:t>구르기 </a:t>
            </a:r>
            <a:r>
              <a:rPr lang="en-US" altLang="ko-KR" dirty="0"/>
              <a:t>, </a:t>
            </a:r>
            <a:r>
              <a:rPr lang="ko-KR" altLang="en-US" dirty="0"/>
              <a:t>수확</a:t>
            </a:r>
            <a:r>
              <a:rPr lang="en-US" altLang="ko-KR" dirty="0"/>
              <a:t>, </a:t>
            </a:r>
            <a:r>
              <a:rPr lang="ko-KR" altLang="en-US" dirty="0"/>
              <a:t>이동 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농사 시스템 </a:t>
            </a:r>
            <a:r>
              <a:rPr lang="en-US" altLang="ko-KR" dirty="0"/>
              <a:t>: </a:t>
            </a:r>
            <a:r>
              <a:rPr lang="ko-KR" altLang="en-US" dirty="0"/>
              <a:t>플레이어가 농사를 관리하며 자원을 수집하고 수확한 작물로 물약 제작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던전 탐험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4</a:t>
            </a:r>
            <a:r>
              <a:rPr lang="ko-KR" altLang="en-US" dirty="0"/>
              <a:t>스테이지 </a:t>
            </a:r>
            <a:r>
              <a:rPr lang="en-US" altLang="ko-KR" dirty="0"/>
              <a:t>1,2,3 : </a:t>
            </a:r>
            <a:r>
              <a:rPr lang="ko-KR" altLang="en-US" dirty="0"/>
              <a:t>기본 몬스터 배치 </a:t>
            </a:r>
            <a:r>
              <a:rPr lang="en-US" altLang="ko-KR" dirty="0"/>
              <a:t>, 4 </a:t>
            </a:r>
            <a:r>
              <a:rPr lang="ko-KR" altLang="en-US" dirty="0"/>
              <a:t>스테이지 </a:t>
            </a:r>
            <a:r>
              <a:rPr lang="en-US" altLang="ko-KR" dirty="0"/>
              <a:t>: </a:t>
            </a:r>
            <a:r>
              <a:rPr lang="ko-KR" altLang="en-US" dirty="0"/>
              <a:t>보스 몬스터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몬스터 </a:t>
            </a:r>
            <a:r>
              <a:rPr lang="en-US" altLang="ko-KR" dirty="0"/>
              <a:t>: </a:t>
            </a:r>
            <a:r>
              <a:rPr lang="ko-KR" altLang="en-US" dirty="0" err="1"/>
              <a:t>슬라임</a:t>
            </a:r>
            <a:r>
              <a:rPr lang="en-US" altLang="ko-KR" dirty="0"/>
              <a:t>, </a:t>
            </a:r>
            <a:r>
              <a:rPr lang="ko-KR" altLang="en-US" dirty="0"/>
              <a:t>좀비</a:t>
            </a:r>
            <a:r>
              <a:rPr lang="en-US" altLang="ko-KR" dirty="0"/>
              <a:t>, </a:t>
            </a:r>
            <a:r>
              <a:rPr lang="ko-KR" altLang="en-US" dirty="0"/>
              <a:t>해골 </a:t>
            </a:r>
            <a:r>
              <a:rPr lang="en-US" altLang="ko-KR" dirty="0"/>
              <a:t>, </a:t>
            </a:r>
            <a:r>
              <a:rPr lang="ko-KR" altLang="en-US" dirty="0"/>
              <a:t>보스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NPC </a:t>
            </a:r>
            <a:r>
              <a:rPr lang="ko-KR" altLang="en-US" dirty="0"/>
              <a:t>퀘스트 시스템 </a:t>
            </a:r>
            <a:r>
              <a:rPr lang="en-US" altLang="ko-KR" dirty="0"/>
              <a:t>: NPC</a:t>
            </a:r>
            <a:r>
              <a:rPr lang="ko-KR" altLang="en-US" dirty="0"/>
              <a:t>에게 퀘스트를 받아 자원을 제출하면 골드 획득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대장간 시스템 </a:t>
            </a:r>
            <a:r>
              <a:rPr lang="en-US" altLang="ko-KR" dirty="0"/>
              <a:t>: </a:t>
            </a:r>
            <a:r>
              <a:rPr lang="ko-KR" altLang="en-US" dirty="0"/>
              <a:t>대장간에서 골드를 지불하고 무기 강화 가능</a:t>
            </a:r>
            <a:r>
              <a:rPr lang="en-US" altLang="ko-KR" dirty="0"/>
              <a:t>(</a:t>
            </a:r>
            <a:r>
              <a:rPr lang="ko-KR" altLang="en-US" dirty="0"/>
              <a:t>공격력 증가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기본 </a:t>
            </a:r>
            <a:r>
              <a:rPr lang="en-US" altLang="ko-KR" dirty="0"/>
              <a:t>UI : </a:t>
            </a:r>
            <a:r>
              <a:rPr lang="ko-KR" altLang="en-US" dirty="0"/>
              <a:t>체력</a:t>
            </a:r>
            <a:r>
              <a:rPr lang="en-US" altLang="ko-KR" dirty="0"/>
              <a:t>, </a:t>
            </a:r>
            <a:r>
              <a:rPr lang="ko-KR" altLang="en-US" dirty="0" err="1"/>
              <a:t>스테미나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보유 골드</a:t>
            </a:r>
            <a:r>
              <a:rPr lang="en-US" altLang="ko-KR" dirty="0"/>
              <a:t>, </a:t>
            </a:r>
            <a:r>
              <a:rPr lang="ko-KR" altLang="en-US" dirty="0"/>
              <a:t>인벤토리 키</a:t>
            </a:r>
            <a:r>
              <a:rPr lang="en-US" altLang="ko-KR" dirty="0"/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체력 </a:t>
            </a:r>
            <a:r>
              <a:rPr lang="en-US" altLang="ko-KR" dirty="0"/>
              <a:t>3~4</a:t>
            </a:r>
            <a:r>
              <a:rPr lang="ko-KR" altLang="en-US" dirty="0"/>
              <a:t>칸</a:t>
            </a:r>
            <a:r>
              <a:rPr lang="en-US" altLang="ko-KR" dirty="0"/>
              <a:t>, </a:t>
            </a:r>
            <a:r>
              <a:rPr lang="ko-KR" altLang="en-US" dirty="0" err="1"/>
              <a:t>스테미나</a:t>
            </a:r>
            <a:r>
              <a:rPr lang="ko-KR" altLang="en-US" dirty="0"/>
              <a:t> </a:t>
            </a:r>
            <a:r>
              <a:rPr lang="en-US" altLang="ko-KR" dirty="0"/>
              <a:t>100 ( </a:t>
            </a:r>
            <a:r>
              <a:rPr lang="ko-KR" altLang="en-US" dirty="0"/>
              <a:t>행동마다 </a:t>
            </a:r>
            <a:r>
              <a:rPr lang="en-US" altLang="ko-KR" dirty="0"/>
              <a:t>1~2</a:t>
            </a:r>
            <a:r>
              <a:rPr lang="ko-KR" altLang="en-US" dirty="0"/>
              <a:t>의 </a:t>
            </a:r>
            <a:r>
              <a:rPr lang="ko-KR" altLang="en-US" dirty="0" err="1"/>
              <a:t>스테미나</a:t>
            </a:r>
            <a:r>
              <a:rPr lang="ko-KR" altLang="en-US" dirty="0"/>
              <a:t> 감소</a:t>
            </a:r>
            <a:r>
              <a:rPr lang="en-US" altLang="ko-KR" dirty="0"/>
              <a:t>), </a:t>
            </a:r>
            <a:r>
              <a:rPr lang="ko-KR" altLang="en-US" dirty="0"/>
              <a:t>인벤토리 </a:t>
            </a: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) 4X4 </a:t>
            </a:r>
            <a:r>
              <a:rPr lang="ko-KR" altLang="en-US" dirty="0"/>
              <a:t>인벤토리에 작물 및 </a:t>
            </a:r>
            <a:r>
              <a:rPr lang="ko-KR" altLang="en-US" dirty="0" err="1"/>
              <a:t>포션</a:t>
            </a:r>
            <a:r>
              <a:rPr lang="ko-KR" altLang="en-US" dirty="0"/>
              <a:t> 보관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게임 흐름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아침에 일어나서 작물 심고 작물에 </a:t>
            </a:r>
            <a:r>
              <a:rPr lang="ko-KR" altLang="en-US" dirty="0" err="1"/>
              <a:t>물주고</a:t>
            </a:r>
            <a:r>
              <a:rPr lang="ko-KR" altLang="en-US" dirty="0"/>
              <a:t> 자란 작물 수확하기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예 </a:t>
            </a:r>
            <a:r>
              <a:rPr lang="en-US" altLang="ko-KR" dirty="0"/>
              <a:t>) </a:t>
            </a:r>
            <a:r>
              <a:rPr lang="ko-KR" altLang="en-US" dirty="0"/>
              <a:t>작물은 감자 딸기 토마토</a:t>
            </a:r>
            <a:r>
              <a:rPr lang="en-US" altLang="ko-KR" dirty="0"/>
              <a:t> </a:t>
            </a:r>
            <a:r>
              <a:rPr lang="ko-KR" altLang="en-US" dirty="0"/>
              <a:t>가지 </a:t>
            </a:r>
            <a:r>
              <a:rPr lang="en-US" altLang="ko-KR" dirty="0"/>
              <a:t>(4</a:t>
            </a:r>
            <a:r>
              <a:rPr lang="ko-KR" altLang="en-US" dirty="0"/>
              <a:t>종류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던전 들어가서 몬스터와 전투한다</a:t>
            </a:r>
            <a:r>
              <a:rPr lang="en-US" altLang="ko-KR" dirty="0"/>
              <a:t>. (</a:t>
            </a:r>
            <a:r>
              <a:rPr lang="ko-KR" altLang="en-US" dirty="0"/>
              <a:t>전투 시 부족한 공격력</a:t>
            </a:r>
            <a:r>
              <a:rPr lang="en-US" altLang="ko-KR" dirty="0"/>
              <a:t>, </a:t>
            </a:r>
            <a:r>
              <a:rPr lang="ko-KR" altLang="en-US" dirty="0"/>
              <a:t>체력</a:t>
            </a:r>
            <a:r>
              <a:rPr lang="en-US" altLang="ko-KR" dirty="0"/>
              <a:t>, </a:t>
            </a:r>
            <a:r>
              <a:rPr lang="ko-KR" altLang="en-US" dirty="0" err="1"/>
              <a:t>스테미나는</a:t>
            </a:r>
            <a:r>
              <a:rPr lang="ko-KR" altLang="en-US" dirty="0"/>
              <a:t> 작물로 만든 </a:t>
            </a:r>
            <a:r>
              <a:rPr lang="ko-KR" altLang="en-US" dirty="0" err="1"/>
              <a:t>포션을</a:t>
            </a:r>
            <a:r>
              <a:rPr lang="ko-KR" altLang="en-US" dirty="0"/>
              <a:t> 통해 보충 가능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 </a:t>
            </a:r>
            <a:r>
              <a:rPr lang="ko-KR" altLang="en-US" dirty="0"/>
              <a:t>예 </a:t>
            </a:r>
            <a:r>
              <a:rPr lang="en-US" altLang="ko-KR" dirty="0"/>
              <a:t>) </a:t>
            </a:r>
            <a:r>
              <a:rPr lang="ko-KR" altLang="en-US" dirty="0"/>
              <a:t>딸기 </a:t>
            </a:r>
            <a:r>
              <a:rPr lang="en-US" altLang="ko-KR" dirty="0"/>
              <a:t>+ </a:t>
            </a:r>
            <a:r>
              <a:rPr lang="ko-KR" altLang="en-US" dirty="0"/>
              <a:t>토마토 </a:t>
            </a:r>
            <a:r>
              <a:rPr lang="en-US" altLang="ko-KR" dirty="0"/>
              <a:t>= </a:t>
            </a:r>
            <a:r>
              <a:rPr lang="ko-KR" altLang="en-US" dirty="0"/>
              <a:t>체력 </a:t>
            </a:r>
            <a:r>
              <a:rPr lang="ko-KR" altLang="en-US" dirty="0" err="1"/>
              <a:t>포션</a:t>
            </a:r>
            <a:r>
              <a:rPr lang="en-US" altLang="ko-KR" dirty="0"/>
              <a:t>, </a:t>
            </a:r>
            <a:r>
              <a:rPr lang="ko-KR" altLang="en-US" dirty="0"/>
              <a:t>가지 </a:t>
            </a:r>
            <a:r>
              <a:rPr lang="en-US" altLang="ko-KR" dirty="0"/>
              <a:t>+ </a:t>
            </a:r>
            <a:r>
              <a:rPr lang="ko-KR" altLang="en-US" dirty="0"/>
              <a:t>감자 </a:t>
            </a:r>
            <a:r>
              <a:rPr lang="en-US" altLang="ko-KR" dirty="0"/>
              <a:t>= </a:t>
            </a:r>
            <a:r>
              <a:rPr lang="ko-KR" altLang="en-US" dirty="0" err="1"/>
              <a:t>스테미나</a:t>
            </a:r>
            <a:r>
              <a:rPr lang="ko-KR" altLang="en-US" dirty="0"/>
              <a:t> </a:t>
            </a:r>
            <a:r>
              <a:rPr lang="ko-KR" altLang="en-US" dirty="0" err="1"/>
              <a:t>포션</a:t>
            </a:r>
            <a:endParaRPr lang="en-US" altLang="ko-KR" dirty="0"/>
          </a:p>
          <a:p>
            <a:r>
              <a:rPr lang="en-US" altLang="ko-KR" dirty="0"/>
              <a:t>3. NPC </a:t>
            </a:r>
            <a:r>
              <a:rPr lang="ko-KR" altLang="en-US" dirty="0"/>
              <a:t>퀘스트 또는</a:t>
            </a:r>
            <a:r>
              <a:rPr lang="en-US" altLang="ko-KR" dirty="0"/>
              <a:t> </a:t>
            </a:r>
            <a:r>
              <a:rPr lang="ko-KR" altLang="en-US" dirty="0"/>
              <a:t>던전 사냥을 통해 골드를 획득하고 대장간에서 골드를 지불하고 무기를 강화한다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시간이 </a:t>
            </a:r>
            <a:r>
              <a:rPr lang="en-US" altLang="ko-KR" dirty="0"/>
              <a:t>00 : 00</a:t>
            </a:r>
            <a:r>
              <a:rPr lang="ko-KR" altLang="en-US" dirty="0"/>
              <a:t>시가 되거나 집으로 돌아가서 하루 종료</a:t>
            </a:r>
            <a:r>
              <a:rPr lang="en-US" altLang="ko-KR" dirty="0"/>
              <a:t>(00:00</a:t>
            </a:r>
            <a:r>
              <a:rPr lang="ko-KR" altLang="en-US" dirty="0"/>
              <a:t>시가 되면 던전을 더 이상 돌 지 못하니 공격력 </a:t>
            </a:r>
            <a:r>
              <a:rPr lang="ko-KR" altLang="en-US" dirty="0" err="1"/>
              <a:t>포션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강화 등으로 시간 단축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8622990-D896-2264-8EA5-8A707642BD54}"/>
              </a:ext>
            </a:extLst>
          </p:cNvPr>
          <p:cNvSpPr/>
          <p:nvPr/>
        </p:nvSpPr>
        <p:spPr>
          <a:xfrm>
            <a:off x="811292" y="5451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b="1" dirty="0">
                <a:solidFill>
                  <a:srgbClr val="000000"/>
                </a:solidFill>
                <a:latin typeface="Inter Bold" pitchFamily="34" charset="0"/>
              </a:rPr>
              <a:t>상세 게임 기획서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2835883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479</Words>
  <Application>Microsoft Office PowerPoint</Application>
  <PresentationFormat>사용자 지정</PresentationFormat>
  <Paragraphs>113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Inter</vt:lpstr>
      <vt:lpstr>Inter Bold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김용현</dc:creator>
  <cp:lastModifiedBy>용준 김</cp:lastModifiedBy>
  <cp:revision>7</cp:revision>
  <dcterms:created xsi:type="dcterms:W3CDTF">2025-09-30T18:31:11Z</dcterms:created>
  <dcterms:modified xsi:type="dcterms:W3CDTF">2025-10-01T12:32:49Z</dcterms:modified>
</cp:coreProperties>
</file>