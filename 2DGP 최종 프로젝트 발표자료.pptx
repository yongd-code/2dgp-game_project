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24384000" cy="13716000"/>
  <p:notesSz cx="6858000" cy="9144000"/>
  <p:embeddedFontLst>
    <p:embeddedFont>
      <p:font typeface="NanumBarunGothic Bold" panose="020B0600000101010101" charset="-127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0" y="12369800"/>
            <a:ext cx="20231100" cy="25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429000" y="4127500"/>
            <a:ext cx="17526000" cy="2984500"/>
          </a:xfrm>
          <a:prstGeom prst="rect">
            <a:avLst/>
          </a:prstGeom>
        </p:spPr>
        <p:txBody>
          <a:bodyPr lIns="0" tIns="113707" rIns="0" bIns="0" rtlCol="0" anchor="t"/>
          <a:lstStyle/>
          <a:p>
            <a:pPr lvl="0" algn="ctr">
              <a:lnSpc>
                <a:spcPct val="102089"/>
              </a:lnSpc>
            </a:pPr>
            <a:r>
              <a:rPr lang="ko-KR" sz="12224" b="0" i="0" u="none" strike="noStrike" spc="122">
                <a:solidFill>
                  <a:srgbClr val="000000"/>
                </a:solidFill>
                <a:ea typeface="NanumBarunGothic Bold"/>
              </a:rPr>
              <a:t>던전</a:t>
            </a:r>
            <a:r>
              <a:rPr lang="en-US" sz="12224" b="0" i="0" u="none" strike="noStrike" spc="122">
                <a:solidFill>
                  <a:srgbClr val="000000"/>
                </a:solidFill>
                <a:latin typeface="NanumBarunGothic Bold"/>
              </a:rPr>
              <a:t> </a:t>
            </a:r>
            <a:r>
              <a:rPr lang="ko-KR" sz="12224" b="0" i="0" u="none" strike="noStrike" spc="122">
                <a:solidFill>
                  <a:srgbClr val="000000"/>
                </a:solidFill>
                <a:ea typeface="NanumBarunGothic Bold"/>
              </a:rPr>
              <a:t>농부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94800" y="6692900"/>
            <a:ext cx="68072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642" b="0" i="0" u="none" strike="noStrike">
                <a:solidFill>
                  <a:srgbClr val="000000"/>
                </a:solidFill>
                <a:latin typeface="NanumBarunGothic"/>
              </a:rPr>
              <a:t>20221840 </a:t>
            </a:r>
            <a:r>
              <a:rPr lang="ko-KR" sz="4642" b="0" i="0" u="none" strike="noStrike">
                <a:solidFill>
                  <a:srgbClr val="000000"/>
                </a:solidFill>
                <a:ea typeface="NanumBarunGothic"/>
              </a:rPr>
              <a:t>김용현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3050500" cy="254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852158"/>
              </p:ext>
            </p:extLst>
          </p:nvPr>
        </p:nvGraphicFramePr>
        <p:xfrm>
          <a:off x="444501" y="2986457"/>
          <a:ext cx="23494998" cy="10424743"/>
        </p:xfrm>
        <a:graphic>
          <a:graphicData uri="http://schemas.openxmlformats.org/drawingml/2006/table">
            <a:tbl>
              <a:tblPr/>
              <a:tblGrid>
                <a:gridCol w="391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1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5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081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목표 범위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실제 개발 완료 범위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진행률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06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맵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마을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던전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3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스테이지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+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보스 스테이지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마을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던전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3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스테이지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+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보스 스테이지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025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캐릭터 컨트롤러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좌우 이동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점프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구르기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공격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심기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수확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상호작용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좌우 이동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점프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구르기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공격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심기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수확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상호작용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73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게임 코어 기능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농사</a:t>
                      </a:r>
                      <a:r>
                        <a:rPr 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 </a:t>
                      </a:r>
                      <a:r>
                        <a:rPr 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시스템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대장간 시스템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(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공격력 증가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), NPC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상호작용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(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퀘스트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),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하루 루프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플레이어와 </a:t>
                      </a:r>
                      <a:r>
                        <a:rPr lang="ko-KR" altLang="en-US" sz="3199" b="0" i="0" u="none" strike="noStrike" dirty="0" err="1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오브젝트들간의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 충돌 구현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인벤토리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 err="1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포션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  <a:ea typeface="NanumBarunGothic"/>
                        </a:rPr>
                        <a:t>대화상자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하루 루프는 있지만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00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시 강제 종료가 없고 농사 시스템에 물주기 제거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90%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1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모델링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플레이어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1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몬스터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3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보스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1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endParaRPr lang="en-US" altLang="ko-KR" sz="3199" b="0" i="0" u="none" strike="noStrike" dirty="0">
                        <a:solidFill>
                          <a:srgbClr val="000000"/>
                        </a:solidFill>
                        <a:ea typeface="NanumBarunGothic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플레이어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1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몬스터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3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보스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1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종</a:t>
                      </a:r>
                      <a:endParaRPr lang="en-US" altLang="ko-KR" sz="3199" b="0" i="0" u="none" strike="noStrike" dirty="0">
                        <a:solidFill>
                          <a:srgbClr val="000000"/>
                        </a:solidFill>
                        <a:ea typeface="NanumBarun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게임 난이도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스테이지 진행에 따라 몬스터 체력 상승 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스테이지 진행에 따라 몬스터 체력 상승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보스 몬스터 체력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</a:rPr>
                        <a:t>50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퍼 이하가 되면 분노모드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ea typeface="NanumBarunGothic"/>
                        </a:rPr>
                        <a:t>사운드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맵 별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BGM 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피격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사망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공격 사운드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맵 별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BGM ,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피격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사망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,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공격 사운드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333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애니메이션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캐릭터 애니메이션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</a:rPr>
                        <a:t>+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몬스터 애니메이션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캐릭터 애니메이션 </a:t>
                      </a:r>
                      <a:r>
                        <a:rPr lang="en-US" altLang="ko-KR" sz="3199" b="0" i="0" u="none" strike="noStrike" dirty="0">
                          <a:solidFill>
                            <a:srgbClr val="000000"/>
                          </a:solidFill>
                        </a:rPr>
                        <a:t>+ </a:t>
                      </a:r>
                      <a:r>
                        <a:rPr lang="ko-KR" altLang="en-US" sz="3199" b="0" i="0" u="none" strike="noStrike" dirty="0">
                          <a:solidFill>
                            <a:srgbClr val="000000"/>
                          </a:solidFill>
                        </a:rPr>
                        <a:t>몬스터 애니메이션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199" b="1" i="0" u="none" strike="noStrike" dirty="0">
                          <a:solidFill>
                            <a:srgbClr val="000000"/>
                          </a:solidFill>
                          <a:latin typeface="NanumBarunGothic"/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183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257300" y="927100"/>
            <a:ext cx="18021300" cy="1231900"/>
          </a:xfrm>
          <a:prstGeom prst="rect">
            <a:avLst/>
          </a:prstGeom>
        </p:spPr>
        <p:txBody>
          <a:bodyPr lIns="0" tIns="74845" rIns="0" bIns="0" rtlCol="0" anchor="t"/>
          <a:lstStyle/>
          <a:p>
            <a:pPr lvl="0" algn="l">
              <a:lnSpc>
                <a:spcPct val="102089"/>
              </a:lnSpc>
            </a:pPr>
            <a:r>
              <a:rPr lang="ko-KR" altLang="en-US" sz="6933" b="1" spc="69" dirty="0">
                <a:solidFill>
                  <a:srgbClr val="000000"/>
                </a:solidFill>
                <a:ea typeface="NanumBarunGothic"/>
              </a:rPr>
              <a:t>개발 진척도</a:t>
            </a:r>
            <a:r>
              <a:rPr lang="ko-KR" altLang="en-US" sz="6933" b="1" i="0" u="none" strike="noStrike" spc="69" dirty="0">
                <a:solidFill>
                  <a:srgbClr val="000000"/>
                </a:solidFill>
                <a:ea typeface="NanumBarunGothic"/>
              </a:rPr>
              <a:t> </a:t>
            </a:r>
            <a:endParaRPr lang="ko-KR" sz="6933" b="1" i="0" u="none" strike="noStrike" spc="69" dirty="0">
              <a:solidFill>
                <a:srgbClr val="000000"/>
              </a:solidFill>
              <a:ea typeface="NanumBarun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2349500"/>
            <a:ext cx="23050500" cy="25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57300" y="927100"/>
            <a:ext cx="10109200" cy="1600200"/>
          </a:xfrm>
          <a:prstGeom prst="rect">
            <a:avLst/>
          </a:prstGeom>
        </p:spPr>
        <p:txBody>
          <a:bodyPr lIns="0" tIns="74845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i="0" u="none" strike="noStrike" spc="69" dirty="0" err="1">
                <a:solidFill>
                  <a:srgbClr val="000000"/>
                </a:solidFill>
                <a:latin typeface="NanumBarunGothic"/>
              </a:rPr>
              <a:t>github</a:t>
            </a:r>
            <a:r>
              <a:rPr lang="en-US" sz="6933" b="1" i="0" u="none" strike="noStrike" spc="69" dirty="0">
                <a:solidFill>
                  <a:srgbClr val="000000"/>
                </a:solidFill>
                <a:latin typeface="NanumBarunGothic"/>
              </a:rPr>
              <a:t> </a:t>
            </a:r>
            <a:r>
              <a:rPr lang="ko-KR" sz="6933" b="1" i="0" u="none" strike="noStrike" spc="69" dirty="0" err="1">
                <a:solidFill>
                  <a:srgbClr val="000000"/>
                </a:solidFill>
                <a:ea typeface="NanumBarunGothic"/>
              </a:rPr>
              <a:t>커밋</a:t>
            </a:r>
            <a:r>
              <a:rPr lang="en-US" sz="6933" b="1" i="0" u="none" strike="noStrike" spc="69" dirty="0">
                <a:solidFill>
                  <a:srgbClr val="000000"/>
                </a:solidFill>
                <a:latin typeface="NanumBarunGothic"/>
              </a:rPr>
              <a:t> </a:t>
            </a:r>
            <a:r>
              <a:rPr lang="ko-KR" sz="6933" b="1" i="0" u="none" strike="noStrike" spc="69" dirty="0">
                <a:solidFill>
                  <a:srgbClr val="000000"/>
                </a:solidFill>
                <a:ea typeface="NanumBarunGothic"/>
              </a:rPr>
              <a:t>통계</a:t>
            </a:r>
          </a:p>
        </p:txBody>
      </p:sp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C3D347-FBF3-3462-FBA5-B681F7BB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507422"/>
            <a:ext cx="11506200" cy="108331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16D1910-F868-5D2A-FA75-18305EBB6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57016"/>
              </p:ext>
            </p:extLst>
          </p:nvPr>
        </p:nvGraphicFramePr>
        <p:xfrm>
          <a:off x="11963400" y="2527300"/>
          <a:ext cx="12192000" cy="1085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2389062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348399516"/>
                    </a:ext>
                  </a:extLst>
                </a:gridCol>
              </a:tblGrid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800" baseline="0" dirty="0">
                          <a:solidFill>
                            <a:schemeClr val="tx1"/>
                          </a:solidFill>
                        </a:rPr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800" baseline="0" dirty="0" err="1">
                          <a:solidFill>
                            <a:schemeClr val="tx1"/>
                          </a:solidFill>
                        </a:rPr>
                        <a:t>커밋</a:t>
                      </a:r>
                      <a:r>
                        <a:rPr lang="ko-KR" altLang="en-US" sz="4800" baseline="0" dirty="0">
                          <a:solidFill>
                            <a:schemeClr val="tx1"/>
                          </a:solidFill>
                        </a:rPr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128302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Sep 28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017995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Oct 5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785439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Oct 12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58361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Oct 19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126201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Oct 26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79473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Nov 2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704096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Nov 9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828980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Nov 16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39548"/>
                  </a:ext>
                </a:extLst>
              </a:tr>
              <a:tr h="92134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Nov 23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850962"/>
                  </a:ext>
                </a:extLst>
              </a:tr>
              <a:tr h="7717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Nov 30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849785"/>
                  </a:ext>
                </a:extLst>
              </a:tr>
              <a:tr h="7717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Week of Dec 7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4800" baseline="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ko-KR" altLang="en-US" sz="48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032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256</Words>
  <Application>Microsoft Office PowerPoint</Application>
  <PresentationFormat>사용자 지정</PresentationFormat>
  <Paragraphs>61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Calibri</vt:lpstr>
      <vt:lpstr>NanumBarunGothic Bold</vt:lpstr>
      <vt:lpstr>Arial</vt:lpstr>
      <vt:lpstr>NanumBarunGothic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김용현</dc:creator>
  <cp:lastModifiedBy>용준 김</cp:lastModifiedBy>
  <cp:revision>4</cp:revision>
  <dcterms:created xsi:type="dcterms:W3CDTF">2006-08-16T00:00:00Z</dcterms:created>
  <dcterms:modified xsi:type="dcterms:W3CDTF">2025-12-09T17:55:10Z</dcterms:modified>
</cp:coreProperties>
</file>